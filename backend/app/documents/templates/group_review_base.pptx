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d6f05ff9e84b1e" /><Relationship Type="http://schemas.openxmlformats.org/officeDocument/2006/relationships/extended-properties" Target="/docProps/app.xml" Id="Rf891a39ddc9f46e7" /><Relationship Type="http://schemas.openxmlformats.org/officeDocument/2006/relationships/officeDocument" Target="/ppt/presentation.xml" Id="Re0bd4c71af6243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fa65594af44cae"/>
  </p:sldMasterIdLst>
  <p:notesMasterIdLst>
    <p:notesMasterId xmlns:r="http://schemas.openxmlformats.org/officeDocument/2006/relationships" r:id="Ra6a2ae3126d348d3"/>
  </p:notesMasterIdLst>
  <p:sldIdLst>
    <p:sldId xmlns:r="http://schemas.openxmlformats.org/officeDocument/2006/relationships" id="256" r:id="R62a38ea4da3149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7314630f8b4638" /><Relationship Type="http://schemas.openxmlformats.org/officeDocument/2006/relationships/slideMaster" Target="/ppt/slideMasters/slideMaster1.xml" Id="R60fa65594af44cae" /><Relationship Type="http://schemas.openxmlformats.org/officeDocument/2006/relationships/notesMaster" Target="/ppt/notesMasters/notesMaster1.xml" Id="Ra6a2ae3126d348d3" /><Relationship Type="http://schemas.openxmlformats.org/officeDocument/2006/relationships/presProps" Target="/ppt/presProps.xml" Id="R5d5361a4ab6044ba" /><Relationship Type="http://schemas.openxmlformats.org/officeDocument/2006/relationships/tableStyles" Target="/ppt/tableStyles.xml" Id="R7b8ea2150af94d8a" /><Relationship Type="http://schemas.openxmlformats.org/officeDocument/2006/relationships/slide" Target="/ppt/slides/slide1.xml" Id="R62a38ea4da3149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4ec8f2e73546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83c8b5d1624951" /><Relationship Type="http://schemas.openxmlformats.org/officeDocument/2006/relationships/notesMaster" Target="/ppt/notesMasters/notesMaster1.xml" Id="R97ab081eb5214d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d48a726fcd47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6421acc82140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29f55f0c794c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3f7c96a9894a0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182f5c7bf49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feffa6d2914f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B228A6-0216-4381-995A-25D6F48E12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46E0750-29BA-46BF-8716-C4CEF795CB0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1303086-D4B3-493F-BC7E-A6F344790F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0ABD40-893A-49BF-BD26-EA775328D1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A78E2DD-F4A2-4923-B99E-D8EB03AE15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028BF7-2205-4EA7-984F-3D4677A851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4CDB71-A23F-426E-BF66-C607FE2D5F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3B9EDCF-0FD8-4F29-9471-15D1284FD1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2448EC-F1D4-4625-9E2F-BA589CED25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46B8B8-37D9-4767-97A1-B4066E761A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d732e9d5064b18" /><Relationship Type="http://schemas.openxmlformats.org/officeDocument/2006/relationships/slideLayout" Target="/ppt/slideLayouts/slideLayout1.xml" Id="R6492f2f59632424d" /><Relationship Type="http://schemas.openxmlformats.org/officeDocument/2006/relationships/slideLayout" Target="/ppt/slideLayouts/slideLayout2.xml" Id="Re0385ffc5dd944b0" /><Relationship Type="http://schemas.openxmlformats.org/officeDocument/2006/relationships/slideLayout" Target="/ppt/slideLayouts/slideLayout3.xml" Id="Rde64b2a281f64bcf" /><Relationship Type="http://schemas.openxmlformats.org/officeDocument/2006/relationships/slideLayout" Target="/ppt/slideLayouts/slideLayout4.xml" Id="Ra98b5d74b7ad4a38" /><Relationship Type="http://schemas.openxmlformats.org/officeDocument/2006/relationships/slideLayout" Target="/ppt/slideLayouts/slideLayout5.xml" Id="Rdc61dc62e5734ba9" /><Relationship Type="http://schemas.openxmlformats.org/officeDocument/2006/relationships/slideLayout" Target="/ppt/slideLayouts/slideLayout6.xml" Id="R09bafa03246241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92f2f59632424d"/>
    <p:sldLayoutId xmlns:r="http://schemas.openxmlformats.org/officeDocument/2006/relationships" id="2147483650" r:id="Re0385ffc5dd944b0"/>
    <p:sldLayoutId xmlns:r="http://schemas.openxmlformats.org/officeDocument/2006/relationships" id="2147483651" r:id="Rde64b2a281f64bcf"/>
    <p:sldLayoutId xmlns:r="http://schemas.openxmlformats.org/officeDocument/2006/relationships" id="2147483652" r:id="Ra98b5d74b7ad4a38"/>
    <p:sldLayoutId xmlns:r="http://schemas.openxmlformats.org/officeDocument/2006/relationships" id="2147483653" r:id="Rdc61dc62e5734ba9"/>
    <p:sldLayoutId xmlns:r="http://schemas.openxmlformats.org/officeDocument/2006/relationships" id="2147483654" r:id="R09bafa03246241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5976f16eae41ea" /><Relationship Type="http://schemas.openxmlformats.org/officeDocument/2006/relationships/notesSlide" Target="/ppt/notesSlides/notesSlide1.xml" Id="R3f8086016f2240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970816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2026-10-02T19:19:43.0850000Z</dcterms:created>
  <dcterms:modified xsi:type="dcterms:W3CDTF">2026-10-02T19:19:43.0850000Z</dcterms:modified>
</coreProperties>
</file>